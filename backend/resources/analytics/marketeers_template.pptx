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2"/>
  </p:notesMasterIdLst>
  <p:handoutMasterIdLst>
    <p:handoutMasterId r:id="rId3"/>
  </p:handoutMaster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ai2kg4Fp8OqbSkuxMGSTi8zqT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206" autoAdjust="0"/>
  </p:normalViewPr>
  <p:slideViewPr>
    <p:cSldViewPr snapToGrid="0">
      <p:cViewPr varScale="1">
        <p:scale>
          <a:sx n="45" d="100"/>
          <a:sy n="45" d="100"/>
        </p:scale>
        <p:origin x="51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4" d="100"/>
          <a:sy n="54" d="100"/>
        </p:scale>
        <p:origin x="28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handoutMaster" Target="handoutMasters/handoutMaster1.xml"/><Relationship Id="rId7" Type="http://customschemas.google.com/relationships/presentationmetadata" Target="metadata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9676A8-11B7-AC7D-66BA-4FA259D49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FEB28-C3C2-B9B2-F771-4BA285C175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AC2DD-256A-4BC6-AE24-18EFC84A355D}" type="datetimeFigureOut">
              <a:rPr lang="en-US" smtClean="0"/>
              <a:t>20/11/2025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86AE8-0123-10AB-8601-6D58701017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B3DB-6163-F388-9E92-9730992A7C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3D1E1-0365-4542-8C1B-7E699DFA6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9023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4B07-2985-3753-3943-C97BA097D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6293" y="4119185"/>
            <a:ext cx="7733489" cy="981041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41FF7-CC76-2140-1236-A75FA36F6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6293" y="5237113"/>
            <a:ext cx="7732713" cy="66621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Pangram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Google Shape;18;p26">
            <a:extLst>
              <a:ext uri="{FF2B5EF4-FFF2-40B4-BE49-F238E27FC236}">
                <a16:creationId xmlns:a16="http://schemas.microsoft.com/office/drawing/2014/main" id="{4021E35D-C38F-3186-E0B6-B9A0C6CE1912}"/>
              </a:ext>
            </a:extLst>
          </p:cNvPr>
          <p:cNvSpPr/>
          <p:nvPr userDrawn="1"/>
        </p:nvSpPr>
        <p:spPr>
          <a:xfrm>
            <a:off x="15069033" y="644022"/>
            <a:ext cx="2702623" cy="769334"/>
          </a:xfrm>
          <a:custGeom>
            <a:avLst/>
            <a:gdLst/>
            <a:ahLst/>
            <a:cxnLst/>
            <a:rect l="l" t="t" r="r" b="b"/>
            <a:pathLst>
              <a:path w="3603498" h="1025779" extrusionOk="0">
                <a:moveTo>
                  <a:pt x="0" y="0"/>
                </a:moveTo>
                <a:lnTo>
                  <a:pt x="3603498" y="0"/>
                </a:lnTo>
                <a:lnTo>
                  <a:pt x="3603498" y="1025779"/>
                </a:lnTo>
                <a:lnTo>
                  <a:pt x="0" y="1025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92" b="-96"/>
            </a:stretch>
          </a:blipFill>
          <a:ln>
            <a:noFill/>
          </a:ln>
        </p:spPr>
      </p:sp>
      <p:sp>
        <p:nvSpPr>
          <p:cNvPr id="8" name="Google Shape;13;p26">
            <a:extLst>
              <a:ext uri="{FF2B5EF4-FFF2-40B4-BE49-F238E27FC236}">
                <a16:creationId xmlns:a16="http://schemas.microsoft.com/office/drawing/2014/main" id="{0B61734D-6CD8-D79B-B61A-9BC1B8FAC64B}"/>
              </a:ext>
            </a:extLst>
          </p:cNvPr>
          <p:cNvSpPr/>
          <p:nvPr userDrawn="1"/>
        </p:nvSpPr>
        <p:spPr>
          <a:xfrm>
            <a:off x="-8084" y="4185348"/>
            <a:ext cx="3484946" cy="6101650"/>
          </a:xfrm>
          <a:custGeom>
            <a:avLst/>
            <a:gdLst/>
            <a:ahLst/>
            <a:cxnLst/>
            <a:rect l="l" t="t" r="r" b="b"/>
            <a:pathLst>
              <a:path w="8605647" h="15067280" extrusionOk="0">
                <a:moveTo>
                  <a:pt x="8605647" y="15067280"/>
                </a:moveTo>
                <a:lnTo>
                  <a:pt x="0" y="15067280"/>
                </a:lnTo>
                <a:lnTo>
                  <a:pt x="0" y="0"/>
                </a:lnTo>
                <a:lnTo>
                  <a:pt x="8605647" y="15067280"/>
                </a:lnTo>
                <a:close/>
              </a:path>
            </a:pathLst>
          </a:custGeom>
          <a:solidFill>
            <a:srgbClr val="CD393B"/>
          </a:solidFill>
          <a:ln>
            <a:noFill/>
          </a:ln>
        </p:spPr>
      </p:sp>
      <p:sp>
        <p:nvSpPr>
          <p:cNvPr id="9" name="Google Shape;14;p26">
            <a:extLst>
              <a:ext uri="{FF2B5EF4-FFF2-40B4-BE49-F238E27FC236}">
                <a16:creationId xmlns:a16="http://schemas.microsoft.com/office/drawing/2014/main" id="{AEDA9B7A-1135-F888-77EF-A0B4ECA1E602}"/>
              </a:ext>
            </a:extLst>
          </p:cNvPr>
          <p:cNvSpPr/>
          <p:nvPr userDrawn="1"/>
        </p:nvSpPr>
        <p:spPr>
          <a:xfrm rot="5400000">
            <a:off x="-1043915" y="1043920"/>
            <a:ext cx="5314933" cy="3227092"/>
          </a:xfrm>
          <a:custGeom>
            <a:avLst/>
            <a:gdLst/>
            <a:ahLst/>
            <a:cxnLst/>
            <a:rect l="l" t="t" r="r" b="b"/>
            <a:pathLst>
              <a:path w="10536936" h="6170041" extrusionOk="0">
                <a:moveTo>
                  <a:pt x="10536936" y="6170041"/>
                </a:moveTo>
                <a:lnTo>
                  <a:pt x="0" y="6170041"/>
                </a:lnTo>
                <a:lnTo>
                  <a:pt x="0" y="0"/>
                </a:lnTo>
                <a:lnTo>
                  <a:pt x="10536936" y="6170041"/>
                </a:lnTo>
                <a:close/>
              </a:path>
            </a:pathLst>
          </a:custGeom>
          <a:solidFill>
            <a:srgbClr val="08306B"/>
          </a:solidFill>
          <a:ln>
            <a:noFill/>
          </a:ln>
        </p:spPr>
      </p:sp>
      <p:sp>
        <p:nvSpPr>
          <p:cNvPr id="11" name="Google Shape;16;p26">
            <a:extLst>
              <a:ext uri="{FF2B5EF4-FFF2-40B4-BE49-F238E27FC236}">
                <a16:creationId xmlns:a16="http://schemas.microsoft.com/office/drawing/2014/main" id="{21FD3D4C-B97E-6BF7-66E3-76943F84BD24}"/>
              </a:ext>
            </a:extLst>
          </p:cNvPr>
          <p:cNvSpPr/>
          <p:nvPr userDrawn="1"/>
        </p:nvSpPr>
        <p:spPr>
          <a:xfrm>
            <a:off x="855396" y="100952"/>
            <a:ext cx="5206175" cy="4508754"/>
          </a:xfrm>
          <a:custGeom>
            <a:avLst/>
            <a:gdLst/>
            <a:ahLst/>
            <a:cxnLst/>
            <a:rect l="l" t="t" r="r" b="b"/>
            <a:pathLst>
              <a:path w="6941566" h="6011672" extrusionOk="0">
                <a:moveTo>
                  <a:pt x="3470783" y="0"/>
                </a:moveTo>
                <a:lnTo>
                  <a:pt x="0" y="6011672"/>
                </a:lnTo>
                <a:lnTo>
                  <a:pt x="6941566" y="601167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5318" r="-15316"/>
            </a:stretch>
          </a:blipFill>
          <a:ln>
            <a:noFill/>
          </a:ln>
        </p:spPr>
      </p:sp>
      <p:sp>
        <p:nvSpPr>
          <p:cNvPr id="12" name="Google Shape;17;p26">
            <a:extLst>
              <a:ext uri="{FF2B5EF4-FFF2-40B4-BE49-F238E27FC236}">
                <a16:creationId xmlns:a16="http://schemas.microsoft.com/office/drawing/2014/main" id="{9D0CFDC9-22AE-AD0B-2B21-A6C3600FCBC8}"/>
              </a:ext>
            </a:extLst>
          </p:cNvPr>
          <p:cNvSpPr/>
          <p:nvPr userDrawn="1"/>
        </p:nvSpPr>
        <p:spPr>
          <a:xfrm>
            <a:off x="842390" y="4846238"/>
            <a:ext cx="5268944" cy="4562856"/>
          </a:xfrm>
          <a:custGeom>
            <a:avLst/>
            <a:gdLst/>
            <a:ahLst/>
            <a:cxnLst/>
            <a:rect l="l" t="t" r="r" b="b"/>
            <a:pathLst>
              <a:path w="7025259" h="6083808" extrusionOk="0">
                <a:moveTo>
                  <a:pt x="3512566" y="0"/>
                </a:moveTo>
                <a:lnTo>
                  <a:pt x="0" y="0"/>
                </a:lnTo>
                <a:lnTo>
                  <a:pt x="1756283" y="3041904"/>
                </a:lnTo>
                <a:lnTo>
                  <a:pt x="3512566" y="6083808"/>
                </a:lnTo>
                <a:lnTo>
                  <a:pt x="5268849" y="3041904"/>
                </a:lnTo>
                <a:lnTo>
                  <a:pt x="7025259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4948" r="-14947"/>
            </a:stretch>
          </a:blipFill>
          <a:ln>
            <a:noFill/>
          </a:ln>
        </p:spPr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E7E048B-0A28-9E46-38CE-F28E472C01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6350" y="6011863"/>
            <a:ext cx="7732713" cy="8175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0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2158-ED85-8B84-74E4-A68D3919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8288000" cy="157588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Google Shape;40;p28">
            <a:extLst>
              <a:ext uri="{FF2B5EF4-FFF2-40B4-BE49-F238E27FC236}">
                <a16:creationId xmlns:a16="http://schemas.microsoft.com/office/drawing/2014/main" id="{9991C626-DAC8-CAA5-ED20-0E2F7C3F6FF8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CA282E9-DFA5-7DC1-9690-FDFBA1E4A0A5}"/>
              </a:ext>
            </a:extLst>
          </p:cNvPr>
          <p:cNvSpPr/>
          <p:nvPr userDrawn="1"/>
        </p:nvSpPr>
        <p:spPr>
          <a:xfrm>
            <a:off x="12957243" y="3329304"/>
            <a:ext cx="4996774" cy="3448354"/>
          </a:xfrm>
          <a:custGeom>
            <a:avLst/>
            <a:gdLst/>
            <a:ahLst/>
            <a:cxnLst/>
            <a:rect l="l" t="t" r="r" b="b"/>
            <a:pathLst>
              <a:path w="4283002" h="2891636">
                <a:moveTo>
                  <a:pt x="0" y="0"/>
                </a:moveTo>
                <a:lnTo>
                  <a:pt x="4283002" y="0"/>
                </a:lnTo>
                <a:lnTo>
                  <a:pt x="4283002" y="2891636"/>
                </a:lnTo>
                <a:lnTo>
                  <a:pt x="0" y="28916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3" r="-1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FC5B920-0075-7B1C-443F-9927C75648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576388"/>
            <a:ext cx="18288000" cy="641518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C941B13-1F3E-9A5F-CBCD-2941251E1FA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3124234" y="4357991"/>
            <a:ext cx="4566070" cy="2101176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1pPr>
            <a:lvl2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2pPr>
            <a:lvl3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4pPr>
            <a:lvl5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219899A4-47C6-05B9-1E69-1922489BA31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2528517"/>
            <a:ext cx="12557125" cy="36582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1">
            <a:extLst>
              <a:ext uri="{FF2B5EF4-FFF2-40B4-BE49-F238E27FC236}">
                <a16:creationId xmlns:a16="http://schemas.microsoft.com/office/drawing/2014/main" id="{A5337759-249E-5CC1-6DD8-F6DC67A60A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7070" y="6381345"/>
            <a:ext cx="12557125" cy="36582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00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2158-ED85-8B84-74E4-A68D3919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8288000" cy="157588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Google Shape;40;p28">
            <a:extLst>
              <a:ext uri="{FF2B5EF4-FFF2-40B4-BE49-F238E27FC236}">
                <a16:creationId xmlns:a16="http://schemas.microsoft.com/office/drawing/2014/main" id="{9991C626-DAC8-CAA5-ED20-0E2F7C3F6FF8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FC5B920-0075-7B1C-443F-9927C75648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576388"/>
            <a:ext cx="18288000" cy="641518"/>
          </a:xfrm>
          <a:solidFill>
            <a:schemeClr val="tx2"/>
          </a:solidFill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219899A4-47C6-05B9-1E69-1922489BA31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6" y="2528517"/>
            <a:ext cx="8482180" cy="36582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A1434-6E97-9B1F-1EBA-3C9FCB83CFE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29688" y="2528888"/>
            <a:ext cx="8482012" cy="3657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9F46AB-2A1E-C936-477E-3E4B4695CF9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36525" y="6361113"/>
            <a:ext cx="8482013" cy="36591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4F2E331-00F7-1B28-4719-63E7B24A7B0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929688" y="6361113"/>
            <a:ext cx="8482012" cy="3657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425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2158-ED85-8B84-74E4-A68D3919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8288000" cy="157588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3188C-9A51-3E10-4B97-0AF2BB20C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983" y="1940770"/>
            <a:ext cx="8240138" cy="3448354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Pangram" panose="000005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Pangram" panose="000005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Pangram" panose="000005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4pPr>
            <a:lvl5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E6000B-2B2A-02F1-C537-0A54B7FD0B9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289105" y="1940770"/>
            <a:ext cx="8240138" cy="3448354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Pangram" panose="000005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Pangram" panose="000005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Pangram" panose="000005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4pPr>
            <a:lvl5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6B8FA-490F-B9B1-0823-D37BEBA57D5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3983" y="5846528"/>
            <a:ext cx="8240138" cy="3448354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Pangram" panose="000005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Pangram" panose="000005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Pangram" panose="000005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4pPr>
            <a:lvl5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5D7C587-37F6-F00F-772A-D176EDE54CA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9105" y="5846528"/>
            <a:ext cx="8240138" cy="3448354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Pangram" panose="000005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Pangram" panose="000005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Pangram" panose="000005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4pPr>
            <a:lvl5pPr>
              <a:defRPr sz="1600">
                <a:solidFill>
                  <a:schemeClr val="tx1"/>
                </a:solidFill>
                <a:latin typeface="Pangram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oogle Shape;40;p28">
            <a:extLst>
              <a:ext uri="{FF2B5EF4-FFF2-40B4-BE49-F238E27FC236}">
                <a16:creationId xmlns:a16="http://schemas.microsoft.com/office/drawing/2014/main" id="{9991C626-DAC8-CAA5-ED20-0E2F7C3F6FF8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7138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F805-41A5-B76A-2EB3-3DA31CBA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76178"/>
            <a:ext cx="15773400" cy="123507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46229-29C6-88BC-7CE8-F4F52F74F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1966895"/>
            <a:ext cx="7853363" cy="1235075"/>
          </a:xfrm>
        </p:spPr>
        <p:txBody>
          <a:bodyPr anchor="b"/>
          <a:lstStyle>
            <a:lvl1pPr marL="0" indent="0">
              <a:buNone/>
              <a:defRPr sz="2400" b="1">
                <a:latin typeface="Pangram" panose="000005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0AC1E-456F-2BBA-C310-5D8992955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0" y="3421626"/>
            <a:ext cx="7853363" cy="5863662"/>
          </a:xfrm>
        </p:spPr>
        <p:txBody>
          <a:bodyPr/>
          <a:lstStyle>
            <a:lvl1pPr>
              <a:defRPr>
                <a:latin typeface="Pangram" panose="00000500000000000000" pitchFamily="50" charset="0"/>
              </a:defRPr>
            </a:lvl1pPr>
            <a:lvl2pPr>
              <a:defRPr>
                <a:latin typeface="Pangram" panose="00000500000000000000" pitchFamily="50" charset="0"/>
              </a:defRPr>
            </a:lvl2pPr>
            <a:lvl3pPr>
              <a:defRPr>
                <a:latin typeface="Pangram" panose="00000500000000000000" pitchFamily="50" charset="0"/>
              </a:defRPr>
            </a:lvl3pPr>
            <a:lvl4pPr>
              <a:defRPr>
                <a:latin typeface="Pangram" panose="00000500000000000000" pitchFamily="50" charset="0"/>
              </a:defRPr>
            </a:lvl4pPr>
            <a:lvl5pPr>
              <a:defRPr>
                <a:latin typeface="Pangram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11720-46AC-E5EC-BA78-FF54CA384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1950" y="1966894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Pangram" panose="000005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3A651-E68A-D153-C301-DF8D65095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421626"/>
            <a:ext cx="7775575" cy="5863662"/>
          </a:xfrm>
        </p:spPr>
        <p:txBody>
          <a:bodyPr/>
          <a:lstStyle>
            <a:lvl1pPr>
              <a:defRPr>
                <a:latin typeface="Pangram" panose="00000500000000000000" pitchFamily="50" charset="0"/>
              </a:defRPr>
            </a:lvl1pPr>
            <a:lvl2pPr>
              <a:defRPr>
                <a:latin typeface="Pangram" panose="00000500000000000000" pitchFamily="50" charset="0"/>
              </a:defRPr>
            </a:lvl2pPr>
            <a:lvl3pPr>
              <a:defRPr>
                <a:latin typeface="Pangram" panose="00000500000000000000" pitchFamily="50" charset="0"/>
              </a:defRPr>
            </a:lvl3pPr>
            <a:lvl4pPr>
              <a:defRPr>
                <a:latin typeface="Pangram" panose="00000500000000000000" pitchFamily="50" charset="0"/>
              </a:defRPr>
            </a:lvl4pPr>
            <a:lvl5pPr>
              <a:defRPr>
                <a:latin typeface="Pangram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Google Shape;44;p29">
            <a:extLst>
              <a:ext uri="{FF2B5EF4-FFF2-40B4-BE49-F238E27FC236}">
                <a16:creationId xmlns:a16="http://schemas.microsoft.com/office/drawing/2014/main" id="{610C455E-6105-6256-2D75-7D9D846FEF3A}"/>
              </a:ext>
            </a:extLst>
          </p:cNvPr>
          <p:cNvSpPr/>
          <p:nvPr userDrawn="1"/>
        </p:nvSpPr>
        <p:spPr>
          <a:xfrm rot="5400000">
            <a:off x="381212" y="419313"/>
            <a:ext cx="799675" cy="723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0;p28">
            <a:extLst>
              <a:ext uri="{FF2B5EF4-FFF2-40B4-BE49-F238E27FC236}">
                <a16:creationId xmlns:a16="http://schemas.microsoft.com/office/drawing/2014/main" id="{7E997F40-B5A2-17FB-19CF-30558AA9A1CD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599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F805-41A5-B76A-2EB3-3DA31CBA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176178"/>
            <a:ext cx="15773400" cy="123507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46229-29C6-88BC-7CE8-F4F52F74F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1966895"/>
            <a:ext cx="10478729" cy="1235075"/>
          </a:xfrm>
        </p:spPr>
        <p:txBody>
          <a:bodyPr anchor="b"/>
          <a:lstStyle>
            <a:lvl1pPr marL="0" indent="0">
              <a:buNone/>
              <a:defRPr sz="2400" b="1">
                <a:latin typeface="Pangram" panose="000005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0AC1E-456F-2BBA-C310-5D8992955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0" y="3421626"/>
            <a:ext cx="10478729" cy="5863662"/>
          </a:xfrm>
        </p:spPr>
        <p:txBody>
          <a:bodyPr/>
          <a:lstStyle>
            <a:lvl1pPr>
              <a:defRPr>
                <a:latin typeface="Pangram" panose="00000500000000000000" pitchFamily="50" charset="0"/>
              </a:defRPr>
            </a:lvl1pPr>
            <a:lvl2pPr>
              <a:defRPr>
                <a:latin typeface="Pangram" panose="00000500000000000000" pitchFamily="50" charset="0"/>
              </a:defRPr>
            </a:lvl2pPr>
            <a:lvl3pPr>
              <a:defRPr>
                <a:latin typeface="Pangram" panose="00000500000000000000" pitchFamily="50" charset="0"/>
              </a:defRPr>
            </a:lvl3pPr>
            <a:lvl4pPr>
              <a:defRPr>
                <a:latin typeface="Pangram" panose="00000500000000000000" pitchFamily="50" charset="0"/>
              </a:defRPr>
            </a:lvl4pPr>
            <a:lvl5pPr>
              <a:defRPr>
                <a:latin typeface="Pangram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Google Shape;44;p29">
            <a:extLst>
              <a:ext uri="{FF2B5EF4-FFF2-40B4-BE49-F238E27FC236}">
                <a16:creationId xmlns:a16="http://schemas.microsoft.com/office/drawing/2014/main" id="{610C455E-6105-6256-2D75-7D9D846FEF3A}"/>
              </a:ext>
            </a:extLst>
          </p:cNvPr>
          <p:cNvSpPr/>
          <p:nvPr userDrawn="1"/>
        </p:nvSpPr>
        <p:spPr>
          <a:xfrm rot="5400000">
            <a:off x="381212" y="419313"/>
            <a:ext cx="799675" cy="723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0;p28">
            <a:extLst>
              <a:ext uri="{FF2B5EF4-FFF2-40B4-BE49-F238E27FC236}">
                <a16:creationId xmlns:a16="http://schemas.microsoft.com/office/drawing/2014/main" id="{7E997F40-B5A2-17FB-19CF-30558AA9A1CD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0;p34">
            <a:extLst>
              <a:ext uri="{FF2B5EF4-FFF2-40B4-BE49-F238E27FC236}">
                <a16:creationId xmlns:a16="http://schemas.microsoft.com/office/drawing/2014/main" id="{C36FB2BE-270C-F0C9-3BE5-8F9EE3A1D499}"/>
              </a:ext>
            </a:extLst>
          </p:cNvPr>
          <p:cNvSpPr/>
          <p:nvPr userDrawn="1"/>
        </p:nvSpPr>
        <p:spPr>
          <a:xfrm>
            <a:off x="11978089" y="1845087"/>
            <a:ext cx="6309911" cy="8094047"/>
          </a:xfrm>
          <a:custGeom>
            <a:avLst/>
            <a:gdLst/>
            <a:ahLst/>
            <a:cxnLst/>
            <a:rect l="l" t="t" r="r" b="b"/>
            <a:pathLst>
              <a:path w="6309910" h="5584271" extrusionOk="0">
                <a:moveTo>
                  <a:pt x="0" y="0"/>
                </a:moveTo>
                <a:lnTo>
                  <a:pt x="6309910" y="0"/>
                </a:lnTo>
                <a:lnTo>
                  <a:pt x="6309910" y="5584270"/>
                </a:lnTo>
                <a:lnTo>
                  <a:pt x="0" y="5584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315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C7154-BF16-6962-C7BC-1EDAB65DB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0"/>
            <a:ext cx="18287999" cy="1028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841E-ED9A-B03C-ABC9-93E6463F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289501"/>
            <a:ext cx="18288000" cy="1989137"/>
          </a:xfrm>
          <a:solidFill>
            <a:schemeClr val="tx1">
              <a:alpha val="49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Google Shape;40;p28">
            <a:extLst>
              <a:ext uri="{FF2B5EF4-FFF2-40B4-BE49-F238E27FC236}">
                <a16:creationId xmlns:a16="http://schemas.microsoft.com/office/drawing/2014/main" id="{73C9BCBC-A4DD-0FDD-F29A-6149ABC1A208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083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C7154-BF16-6962-C7BC-1EDAB65DB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1" y="0"/>
            <a:ext cx="18287999" cy="10287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841E-ED9A-B03C-ABC9-93E6463F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289501"/>
            <a:ext cx="18288000" cy="1989137"/>
          </a:xfrm>
          <a:solidFill>
            <a:schemeClr val="tx2">
              <a:alpha val="49000"/>
            </a:schemeClr>
          </a:solidFill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40;p28">
            <a:extLst>
              <a:ext uri="{FF2B5EF4-FFF2-40B4-BE49-F238E27FC236}">
                <a16:creationId xmlns:a16="http://schemas.microsoft.com/office/drawing/2014/main" id="{16A13D4B-A695-9487-2ED3-779F20D03465}"/>
              </a:ext>
            </a:extLst>
          </p:cNvPr>
          <p:cNvSpPr/>
          <p:nvPr userDrawn="1"/>
        </p:nvSpPr>
        <p:spPr>
          <a:xfrm>
            <a:off x="17690304" y="9697035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7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36;p35">
            <a:extLst>
              <a:ext uri="{FF2B5EF4-FFF2-40B4-BE49-F238E27FC236}">
                <a16:creationId xmlns:a16="http://schemas.microsoft.com/office/drawing/2014/main" id="{20CF1DE9-BD32-5757-4803-964F01C49018}"/>
              </a:ext>
            </a:extLst>
          </p:cNvPr>
          <p:cNvSpPr/>
          <p:nvPr userDrawn="1"/>
        </p:nvSpPr>
        <p:spPr>
          <a:xfrm>
            <a:off x="8508935" y="0"/>
            <a:ext cx="9779033" cy="10287000"/>
          </a:xfrm>
          <a:custGeom>
            <a:avLst/>
            <a:gdLst/>
            <a:ahLst/>
            <a:cxnLst/>
            <a:rect l="l" t="t" r="r" b="b"/>
            <a:pathLst>
              <a:path w="13038710" h="13716000" extrusionOk="0">
                <a:moveTo>
                  <a:pt x="0" y="0"/>
                </a:moveTo>
                <a:lnTo>
                  <a:pt x="13038710" y="0"/>
                </a:lnTo>
                <a:lnTo>
                  <a:pt x="1303871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21246" b="-2124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9" name="Google Shape;137;p35">
            <a:extLst>
              <a:ext uri="{FF2B5EF4-FFF2-40B4-BE49-F238E27FC236}">
                <a16:creationId xmlns:a16="http://schemas.microsoft.com/office/drawing/2014/main" id="{67160D32-0590-419A-CCB0-43066A6C907B}"/>
              </a:ext>
            </a:extLst>
          </p:cNvPr>
          <p:cNvSpPr/>
          <p:nvPr userDrawn="1"/>
        </p:nvSpPr>
        <p:spPr>
          <a:xfrm rot="3595211">
            <a:off x="4341871" y="3146014"/>
            <a:ext cx="9622880" cy="4079659"/>
          </a:xfrm>
          <a:custGeom>
            <a:avLst/>
            <a:gdLst/>
            <a:ahLst/>
            <a:cxnLst/>
            <a:rect l="l" t="t" r="r" b="b"/>
            <a:pathLst>
              <a:path w="23989841" h="16902557" extrusionOk="0">
                <a:moveTo>
                  <a:pt x="0" y="0"/>
                </a:moveTo>
                <a:lnTo>
                  <a:pt x="23989841" y="0"/>
                </a:lnTo>
                <a:lnTo>
                  <a:pt x="23989841" y="16902557"/>
                </a:lnTo>
                <a:lnTo>
                  <a:pt x="0" y="169025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8;p35">
            <a:extLst>
              <a:ext uri="{FF2B5EF4-FFF2-40B4-BE49-F238E27FC236}">
                <a16:creationId xmlns:a16="http://schemas.microsoft.com/office/drawing/2014/main" id="{71378D0D-50B7-9DD1-AA9F-914FAD31F1A5}"/>
              </a:ext>
            </a:extLst>
          </p:cNvPr>
          <p:cNvSpPr/>
          <p:nvPr userDrawn="1"/>
        </p:nvSpPr>
        <p:spPr>
          <a:xfrm>
            <a:off x="9857807" y="6250499"/>
            <a:ext cx="4661059" cy="4036505"/>
          </a:xfrm>
          <a:custGeom>
            <a:avLst/>
            <a:gdLst/>
            <a:ahLst/>
            <a:cxnLst/>
            <a:rect l="l" t="t" r="r" b="b"/>
            <a:pathLst>
              <a:path w="6214745" h="5382006" extrusionOk="0">
                <a:moveTo>
                  <a:pt x="0" y="5382006"/>
                </a:moveTo>
                <a:lnTo>
                  <a:pt x="3107436" y="0"/>
                </a:lnTo>
                <a:lnTo>
                  <a:pt x="6214745" y="5382006"/>
                </a:lnTo>
                <a:lnTo>
                  <a:pt x="0" y="5382006"/>
                </a:lnTo>
                <a:close/>
              </a:path>
            </a:pathLst>
          </a:custGeom>
          <a:solidFill>
            <a:srgbClr val="08306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17564-73B6-5A7A-DE3D-6C14F80C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78" y="1687492"/>
            <a:ext cx="8661778" cy="1349478"/>
          </a:xfrm>
        </p:spPr>
        <p:txBody>
          <a:bodyPr anchor="b">
            <a:normAutofit/>
          </a:bodyPr>
          <a:lstStyle>
            <a:lvl1pPr algn="l">
              <a:defRPr sz="4000">
                <a:latin typeface="Pangram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9DCE58F2-4543-86AD-8E6D-2E7E30E1C408}"/>
              </a:ext>
            </a:extLst>
          </p:cNvPr>
          <p:cNvSpPr/>
          <p:nvPr userDrawn="1"/>
        </p:nvSpPr>
        <p:spPr>
          <a:xfrm>
            <a:off x="8508935" y="7403691"/>
            <a:ext cx="1348872" cy="2853812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C2605-E90E-B4B1-D2FF-B87C92E97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78" y="3495020"/>
            <a:ext cx="8661778" cy="5589986"/>
          </a:xfrm>
        </p:spPr>
        <p:txBody>
          <a:bodyPr/>
          <a:lstStyle>
            <a:lvl1pPr>
              <a:defRPr sz="3200">
                <a:latin typeface="Pangram" panose="00000500000000000000" pitchFamily="50" charset="0"/>
              </a:defRPr>
            </a:lvl1pPr>
            <a:lvl2pPr>
              <a:defRPr sz="2800">
                <a:latin typeface="Pangram" panose="00000500000000000000" pitchFamily="50" charset="0"/>
              </a:defRPr>
            </a:lvl2pPr>
            <a:lvl3pPr>
              <a:defRPr sz="2400">
                <a:latin typeface="Pangram" panose="00000500000000000000" pitchFamily="50" charset="0"/>
              </a:defRPr>
            </a:lvl3pPr>
            <a:lvl4pPr>
              <a:defRPr sz="2000">
                <a:latin typeface="Pangram" panose="00000500000000000000" pitchFamily="50" charset="0"/>
              </a:defRPr>
            </a:lvl4pPr>
            <a:lvl5pPr>
              <a:defRPr sz="2000">
                <a:latin typeface="Pangram" panose="000005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Google Shape;40;p28">
            <a:extLst>
              <a:ext uri="{FF2B5EF4-FFF2-40B4-BE49-F238E27FC236}">
                <a16:creationId xmlns:a16="http://schemas.microsoft.com/office/drawing/2014/main" id="{337821D6-156D-2782-F3B4-A7A74E20D5AA}"/>
              </a:ext>
            </a:extLst>
          </p:cNvPr>
          <p:cNvSpPr/>
          <p:nvPr userDrawn="1"/>
        </p:nvSpPr>
        <p:spPr>
          <a:xfrm>
            <a:off x="411562" y="9543056"/>
            <a:ext cx="468432" cy="411446"/>
          </a:xfrm>
          <a:custGeom>
            <a:avLst/>
            <a:gdLst/>
            <a:ahLst/>
            <a:cxnLst/>
            <a:rect l="l" t="t" r="r" b="b"/>
            <a:pathLst>
              <a:path w="468432" h="411446" extrusionOk="0">
                <a:moveTo>
                  <a:pt x="0" y="0"/>
                </a:moveTo>
                <a:lnTo>
                  <a:pt x="468432" y="0"/>
                </a:lnTo>
                <a:lnTo>
                  <a:pt x="468432" y="411446"/>
                </a:lnTo>
                <a:lnTo>
                  <a:pt x="0" y="41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9696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 preserve="1">
  <p:cSld name="2_Custom Layou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8842" b="-8842"/>
            </a:stretch>
          </a:blipFill>
          <a:ln>
            <a:noFill/>
          </a:ln>
        </p:spPr>
      </p:sp>
      <p:sp>
        <p:nvSpPr>
          <p:cNvPr id="144" name="Google Shape;144;p36"/>
          <p:cNvSpPr/>
          <p:nvPr/>
        </p:nvSpPr>
        <p:spPr>
          <a:xfrm>
            <a:off x="1028700" y="7034064"/>
            <a:ext cx="4628072" cy="3348237"/>
          </a:xfrm>
          <a:custGeom>
            <a:avLst/>
            <a:gdLst/>
            <a:ahLst/>
            <a:cxnLst/>
            <a:rect l="l" t="t" r="r" b="b"/>
            <a:pathLst>
              <a:path w="4628072" h="3348237" extrusionOk="0">
                <a:moveTo>
                  <a:pt x="0" y="0"/>
                </a:moveTo>
                <a:lnTo>
                  <a:pt x="4628072" y="0"/>
                </a:lnTo>
                <a:lnTo>
                  <a:pt x="4628072" y="3348237"/>
                </a:lnTo>
                <a:lnTo>
                  <a:pt x="0" y="3348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5" name="Google Shape;145;p36"/>
          <p:cNvSpPr/>
          <p:nvPr/>
        </p:nvSpPr>
        <p:spPr>
          <a:xfrm>
            <a:off x="4338" y="6134100"/>
            <a:ext cx="3048571" cy="4248245"/>
          </a:xfrm>
          <a:custGeom>
            <a:avLst/>
            <a:gdLst/>
            <a:ahLst/>
            <a:cxnLst/>
            <a:rect l="l" t="t" r="r" b="b"/>
            <a:pathLst>
              <a:path w="4064762" h="5664327" extrusionOk="0">
                <a:moveTo>
                  <a:pt x="4064762" y="5664327"/>
                </a:moveTo>
                <a:lnTo>
                  <a:pt x="0" y="5664327"/>
                </a:lnTo>
                <a:lnTo>
                  <a:pt x="0" y="0"/>
                </a:lnTo>
                <a:lnTo>
                  <a:pt x="4064762" y="5664327"/>
                </a:lnTo>
                <a:close/>
              </a:path>
            </a:pathLst>
          </a:custGeom>
          <a:solidFill>
            <a:srgbClr val="08306B"/>
          </a:solidFill>
          <a:ln>
            <a:noFill/>
          </a:ln>
        </p:spPr>
      </p:sp>
      <p:sp>
        <p:nvSpPr>
          <p:cNvPr id="146" name="Google Shape;146;p36"/>
          <p:cNvSpPr/>
          <p:nvPr/>
        </p:nvSpPr>
        <p:spPr>
          <a:xfrm rot="10800000">
            <a:off x="14864142" y="-1"/>
            <a:ext cx="3423857" cy="3419475"/>
          </a:xfrm>
          <a:custGeom>
            <a:avLst/>
            <a:gdLst/>
            <a:ahLst/>
            <a:cxnLst/>
            <a:rect l="l" t="t" r="r" b="b"/>
            <a:pathLst>
              <a:path w="4565142" h="4559300" extrusionOk="0">
                <a:moveTo>
                  <a:pt x="4565142" y="4559300"/>
                </a:moveTo>
                <a:lnTo>
                  <a:pt x="0" y="4559300"/>
                </a:lnTo>
                <a:lnTo>
                  <a:pt x="0" y="0"/>
                </a:lnTo>
                <a:lnTo>
                  <a:pt x="4565142" y="4559300"/>
                </a:lnTo>
                <a:close/>
              </a:path>
            </a:pathLst>
          </a:custGeom>
          <a:solidFill>
            <a:srgbClr val="CD393B"/>
          </a:solidFill>
          <a:ln>
            <a:noFill/>
          </a:ln>
        </p:spPr>
      </p:sp>
      <p:grpSp>
        <p:nvGrpSpPr>
          <p:cNvPr id="148" name="Google Shape;148;p36"/>
          <p:cNvGrpSpPr/>
          <p:nvPr/>
        </p:nvGrpSpPr>
        <p:grpSpPr>
          <a:xfrm>
            <a:off x="5221095" y="4348443"/>
            <a:ext cx="7845810" cy="1373902"/>
            <a:chOff x="0" y="0"/>
            <a:chExt cx="10461080" cy="1831869"/>
          </a:xfrm>
        </p:grpSpPr>
        <p:sp>
          <p:nvSpPr>
            <p:cNvPr id="149" name="Google Shape;149;p36"/>
            <p:cNvSpPr/>
            <p:nvPr/>
          </p:nvSpPr>
          <p:spPr>
            <a:xfrm>
              <a:off x="0" y="0"/>
              <a:ext cx="10461080" cy="1831869"/>
            </a:xfrm>
            <a:custGeom>
              <a:avLst/>
              <a:gdLst/>
              <a:ahLst/>
              <a:cxnLst/>
              <a:rect l="l" t="t" r="r" b="b"/>
              <a:pathLst>
                <a:path w="10461080" h="1831869" extrusionOk="0">
                  <a:moveTo>
                    <a:pt x="0" y="0"/>
                  </a:moveTo>
                  <a:lnTo>
                    <a:pt x="10461080" y="0"/>
                  </a:lnTo>
                  <a:lnTo>
                    <a:pt x="10461080" y="1831869"/>
                  </a:lnTo>
                  <a:lnTo>
                    <a:pt x="0" y="1831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0" name="Google Shape;150;p36"/>
            <p:cNvSpPr txBox="1"/>
            <p:nvPr/>
          </p:nvSpPr>
          <p:spPr>
            <a:xfrm>
              <a:off x="0" y="76200"/>
              <a:ext cx="10461080" cy="17556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15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 b="1" i="0" u="none" strike="noStrike" cap="none">
                  <a:solidFill>
                    <a:srgbClr val="08306B"/>
                  </a:solidFill>
                  <a:latin typeface="Arial"/>
                  <a:ea typeface="Arial"/>
                  <a:cs typeface="Arial"/>
                  <a:sym typeface="Arial"/>
                </a:rPr>
                <a:t>THANK </a:t>
              </a:r>
              <a:r>
                <a:rPr lang="en-US" sz="9600" b="1" i="0" u="none" strike="noStrike" cap="none">
                  <a:solidFill>
                    <a:srgbClr val="CD393B"/>
                  </a:solidFill>
                  <a:latin typeface="Arial"/>
                  <a:ea typeface="Arial"/>
                  <a:cs typeface="Arial"/>
                  <a:sym typeface="Arial"/>
                </a:rPr>
                <a:t>YOU</a:t>
              </a:r>
              <a:r>
                <a:rPr lang="en-US" sz="9600" b="1" i="0" u="none" strike="noStrike" cap="none">
                  <a:solidFill>
                    <a:srgbClr val="08306B"/>
                  </a:solidFill>
                  <a:latin typeface="Arial"/>
                  <a:ea typeface="Arial"/>
                  <a:cs typeface="Arial"/>
                  <a:sym typeface="Arial"/>
                </a:rPr>
                <a:t>!</a:t>
              </a:r>
              <a:endParaRPr/>
            </a:p>
          </p:txBody>
        </p:sp>
      </p:grpSp>
      <p:sp>
        <p:nvSpPr>
          <p:cNvPr id="2" name="Google Shape;160;p37">
            <a:extLst>
              <a:ext uri="{FF2B5EF4-FFF2-40B4-BE49-F238E27FC236}">
                <a16:creationId xmlns:a16="http://schemas.microsoft.com/office/drawing/2014/main" id="{4E3395D5-5830-A6D7-69A1-B850EB98BEB2}"/>
              </a:ext>
            </a:extLst>
          </p:cNvPr>
          <p:cNvSpPr/>
          <p:nvPr userDrawn="1"/>
        </p:nvSpPr>
        <p:spPr>
          <a:xfrm>
            <a:off x="954623" y="519610"/>
            <a:ext cx="2030159" cy="577977"/>
          </a:xfrm>
          <a:custGeom>
            <a:avLst/>
            <a:gdLst/>
            <a:ahLst/>
            <a:cxnLst/>
            <a:rect l="l" t="t" r="r" b="b"/>
            <a:pathLst>
              <a:path w="2706878" h="770636" extrusionOk="0">
                <a:moveTo>
                  <a:pt x="0" y="0"/>
                </a:moveTo>
                <a:lnTo>
                  <a:pt x="2706878" y="0"/>
                </a:lnTo>
                <a:lnTo>
                  <a:pt x="2706878" y="770636"/>
                </a:lnTo>
                <a:lnTo>
                  <a:pt x="0" y="7706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93" b="-85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04882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 preserve="1" userDrawn="1">
  <p:cSld name="3_Custom Layou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13708" b="-13708"/>
            </a:stretch>
          </a:blipFill>
          <a:ln>
            <a:noFill/>
          </a:ln>
        </p:spPr>
      </p:sp>
      <p:sp>
        <p:nvSpPr>
          <p:cNvPr id="153" name="Google Shape;153;p37"/>
          <p:cNvSpPr/>
          <p:nvPr/>
        </p:nvSpPr>
        <p:spPr>
          <a:xfrm>
            <a:off x="1969716" y="1498140"/>
            <a:ext cx="14126523" cy="7760163"/>
          </a:xfrm>
          <a:custGeom>
            <a:avLst/>
            <a:gdLst/>
            <a:ahLst/>
            <a:cxnLst/>
            <a:rect l="l" t="t" r="r" b="b"/>
            <a:pathLst>
              <a:path w="14126523" h="7760163" extrusionOk="0">
                <a:moveTo>
                  <a:pt x="0" y="0"/>
                </a:moveTo>
                <a:lnTo>
                  <a:pt x="14126523" y="0"/>
                </a:lnTo>
                <a:lnTo>
                  <a:pt x="14126523" y="7760163"/>
                </a:lnTo>
                <a:lnTo>
                  <a:pt x="0" y="7760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4" name="Google Shape;154;p37"/>
          <p:cNvSpPr txBox="1"/>
          <p:nvPr/>
        </p:nvSpPr>
        <p:spPr>
          <a:xfrm>
            <a:off x="4121412" y="2354402"/>
            <a:ext cx="10248423" cy="3352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1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cxnSp>
        <p:nvCxnSpPr>
          <p:cNvPr id="155" name="Google Shape;155;p37"/>
          <p:cNvCxnSpPr/>
          <p:nvPr/>
        </p:nvCxnSpPr>
        <p:spPr>
          <a:xfrm rot="116320">
            <a:off x="8440108" y="5331269"/>
            <a:ext cx="1407784" cy="0"/>
          </a:xfrm>
          <a:prstGeom prst="straightConnector1">
            <a:avLst/>
          </a:prstGeom>
          <a:noFill/>
          <a:ln w="38100" cap="rnd" cmpd="sng">
            <a:solidFill>
              <a:srgbClr val="CD39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37"/>
          <p:cNvSpPr/>
          <p:nvPr/>
        </p:nvSpPr>
        <p:spPr>
          <a:xfrm>
            <a:off x="2715093" y="6322713"/>
            <a:ext cx="870153" cy="4881975"/>
          </a:xfrm>
          <a:custGeom>
            <a:avLst/>
            <a:gdLst/>
            <a:ahLst/>
            <a:cxnLst/>
            <a:rect l="l" t="t" r="r" b="b"/>
            <a:pathLst>
              <a:path w="870153" h="4881975" extrusionOk="0">
                <a:moveTo>
                  <a:pt x="0" y="0"/>
                </a:moveTo>
                <a:lnTo>
                  <a:pt x="870153" y="0"/>
                </a:lnTo>
                <a:lnTo>
                  <a:pt x="870153" y="4881975"/>
                </a:lnTo>
                <a:lnTo>
                  <a:pt x="0" y="4881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7" name="Google Shape;157;p37"/>
          <p:cNvSpPr/>
          <p:nvPr/>
        </p:nvSpPr>
        <p:spPr>
          <a:xfrm>
            <a:off x="14369835" y="-1689373"/>
            <a:ext cx="870153" cy="4881975"/>
          </a:xfrm>
          <a:custGeom>
            <a:avLst/>
            <a:gdLst/>
            <a:ahLst/>
            <a:cxnLst/>
            <a:rect l="l" t="t" r="r" b="b"/>
            <a:pathLst>
              <a:path w="870153" h="4881975" extrusionOk="0">
                <a:moveTo>
                  <a:pt x="0" y="0"/>
                </a:moveTo>
                <a:lnTo>
                  <a:pt x="870153" y="0"/>
                </a:lnTo>
                <a:lnTo>
                  <a:pt x="870153" y="4881975"/>
                </a:lnTo>
                <a:lnTo>
                  <a:pt x="0" y="4881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8" name="Google Shape;158;p37"/>
          <p:cNvSpPr/>
          <p:nvPr/>
        </p:nvSpPr>
        <p:spPr>
          <a:xfrm rot="5406985">
            <a:off x="14137072" y="7881024"/>
            <a:ext cx="465487" cy="1405414"/>
          </a:xfrm>
          <a:custGeom>
            <a:avLst/>
            <a:gdLst/>
            <a:ahLst/>
            <a:cxnLst/>
            <a:rect l="l" t="t" r="r" b="b"/>
            <a:pathLst>
              <a:path w="620649" h="1873885" extrusionOk="0">
                <a:moveTo>
                  <a:pt x="0" y="0"/>
                </a:moveTo>
                <a:lnTo>
                  <a:pt x="620649" y="0"/>
                </a:lnTo>
                <a:lnTo>
                  <a:pt x="620649" y="1873885"/>
                </a:lnTo>
                <a:lnTo>
                  <a:pt x="0" y="1873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67" r="-7" b="-63"/>
            </a:stretch>
          </a:blipFill>
          <a:ln>
            <a:noFill/>
          </a:ln>
        </p:spPr>
      </p:sp>
      <p:sp>
        <p:nvSpPr>
          <p:cNvPr id="159" name="Google Shape;159;p37"/>
          <p:cNvSpPr/>
          <p:nvPr/>
        </p:nvSpPr>
        <p:spPr>
          <a:xfrm rot="5406985">
            <a:off x="3685405" y="1360329"/>
            <a:ext cx="465487" cy="1405414"/>
          </a:xfrm>
          <a:custGeom>
            <a:avLst/>
            <a:gdLst/>
            <a:ahLst/>
            <a:cxnLst/>
            <a:rect l="l" t="t" r="r" b="b"/>
            <a:pathLst>
              <a:path w="620649" h="1873885" extrusionOk="0">
                <a:moveTo>
                  <a:pt x="0" y="0"/>
                </a:moveTo>
                <a:lnTo>
                  <a:pt x="620649" y="0"/>
                </a:lnTo>
                <a:lnTo>
                  <a:pt x="620649" y="1873885"/>
                </a:lnTo>
                <a:lnTo>
                  <a:pt x="0" y="1873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67" r="-7" b="-63"/>
            </a:stretch>
          </a:blipFill>
          <a:ln>
            <a:noFill/>
          </a:ln>
        </p:spPr>
      </p:sp>
      <p:sp>
        <p:nvSpPr>
          <p:cNvPr id="160" name="Google Shape;160;p37"/>
          <p:cNvSpPr/>
          <p:nvPr/>
        </p:nvSpPr>
        <p:spPr>
          <a:xfrm>
            <a:off x="954623" y="519610"/>
            <a:ext cx="2030159" cy="577977"/>
          </a:xfrm>
          <a:custGeom>
            <a:avLst/>
            <a:gdLst/>
            <a:ahLst/>
            <a:cxnLst/>
            <a:rect l="l" t="t" r="r" b="b"/>
            <a:pathLst>
              <a:path w="2706878" h="770636" extrusionOk="0">
                <a:moveTo>
                  <a:pt x="0" y="0"/>
                </a:moveTo>
                <a:lnTo>
                  <a:pt x="2706878" y="0"/>
                </a:lnTo>
                <a:lnTo>
                  <a:pt x="2706878" y="770636"/>
                </a:lnTo>
                <a:lnTo>
                  <a:pt x="0" y="7706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3" b="-85"/>
            </a:stretch>
          </a:blipFill>
          <a:ln>
            <a:noFill/>
          </a:ln>
        </p:spPr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1B8EB3-9F33-1553-A1B4-F5FA463D7A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1213" y="5307013"/>
            <a:ext cx="3819525" cy="101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9639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37C26-83C1-F143-A063-FF8000DD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BC2E6-26DD-F3FC-D444-E73399F05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323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8" r:id="rId3"/>
    <p:sldLayoutId id="2147483685" r:id="rId4"/>
    <p:sldLayoutId id="2147483676" r:id="rId5"/>
    <p:sldLayoutId id="2147483687" r:id="rId6"/>
    <p:sldLayoutId id="2147483675" r:id="rId7"/>
    <p:sldLayoutId id="2147483686" r:id="rId8"/>
    <p:sldLayoutId id="2147483679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angram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ngram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1_Custom Design">
  <a:themeElements>
    <a:clrScheme name="Marketeers' Colors">
      <a:dk1>
        <a:srgbClr val="08306B"/>
      </a:dk1>
      <a:lt1>
        <a:srgbClr val="FFFFFF"/>
      </a:lt1>
      <a:dk2>
        <a:srgbClr val="CD393B"/>
      </a:dk2>
      <a:lt2>
        <a:srgbClr val="FFFFFF"/>
      </a:lt2>
      <a:accent1>
        <a:srgbClr val="E79D9E"/>
      </a:accent1>
      <a:accent2>
        <a:srgbClr val="B9DFF4"/>
      </a:accent2>
      <a:accent3>
        <a:srgbClr val="DE7C7E"/>
      </a:accent3>
      <a:accent4>
        <a:srgbClr val="8ACAEC"/>
      </a:accent4>
      <a:accent5>
        <a:srgbClr val="929292"/>
      </a:accent5>
      <a:accent6>
        <a:srgbClr val="BEBEBE"/>
      </a:accent6>
      <a:hlink>
        <a:srgbClr val="DE7C7E"/>
      </a:hlink>
      <a:folHlink>
        <a:srgbClr val="8ACAE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Pangram</vt:lpstr>
      <vt:lpstr>1_Custom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18</cp:revision>
  <dcterms:created xsi:type="dcterms:W3CDTF">2006-08-16T00:00:00Z</dcterms:created>
  <dcterms:modified xsi:type="dcterms:W3CDTF">2025-11-20T12:02:58Z</dcterms:modified>
</cp:coreProperties>
</file>